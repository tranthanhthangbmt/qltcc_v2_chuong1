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7475200" cy="9753600"/>
  <p:notesSz cx="17475200" cy="97536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0640" y="3023616"/>
            <a:ext cx="1485392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873760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8999728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73760" y="390144"/>
            <a:ext cx="15727680" cy="15605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3760" y="2243328"/>
            <a:ext cx="15727680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941568" y="9070848"/>
            <a:ext cx="559206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jp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jp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jp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jp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jp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jp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jp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jp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jp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2026-01-22T00:55:54Z</dcterms:created>
  <dcterms:modified xsi:type="dcterms:W3CDTF">2026-01-22T00:55:54Z</dcterms:modified>
</cp:coreProperties>
</file>